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QUBNIX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Futuristic Websites</a:t>
            </a:r>
          </a:p>
          <a:p>
            <a:pPr>
              <a:defRPr sz="2000"/>
            </a:pPr>
            <a:r>
              <a:t>Premium Experiences</a:t>
            </a:r>
          </a:p>
          <a:p>
            <a:pPr>
              <a:defRPr sz="2000"/>
            </a:pPr>
            <a:r>
              <a:t>Built for ambitious brands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About QUBNIX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QUBNIX creates high-performance websites and digital experiences.</a:t>
            </a:r>
          </a:p>
          <a:p>
            <a:pPr>
              <a:defRPr sz="2000"/>
            </a:pPr>
            <a:r>
              <a:t>We combine design, motion, frontend, backend, and SEO.</a:t>
            </a:r>
          </a:p>
          <a:p>
            <a:pPr>
              <a:defRPr sz="2000"/>
            </a:pPr>
            <a:r>
              <a:t>Every project is built to feel modern, fast, and memorable.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Frontend: React, Next.js, Tailwind CSS</a:t>
            </a:r>
          </a:p>
          <a:p>
            <a:pPr>
              <a:defRPr sz="2000"/>
            </a:pPr>
            <a:r>
              <a:t>Backend: Node.js, APIs, Databases</a:t>
            </a:r>
          </a:p>
          <a:p>
            <a:pPr>
              <a:defRPr sz="2000"/>
            </a:pPr>
            <a:r>
              <a:t>SEO: Fast loading, Core Web Vitals, Technical SEO</a:t>
            </a:r>
          </a:p>
          <a:p>
            <a:pPr>
              <a:defRPr sz="2000"/>
            </a:pPr>
            <a:r>
              <a:t>User Experience: Responsive, smooth, mobile-first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Our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Idea &amp; Planning</a:t>
            </a:r>
          </a:p>
          <a:p>
            <a:pPr>
              <a:defRPr sz="2000"/>
            </a:pPr>
            <a:r>
              <a:t>Design &amp; Development</a:t>
            </a:r>
          </a:p>
          <a:p>
            <a:pPr>
              <a:defRPr sz="2000"/>
            </a:pPr>
            <a:r>
              <a:t>Testing &amp; Launch</a:t>
            </a:r>
          </a:p>
          <a:p>
            <a:pPr>
              <a:defRPr sz="2000"/>
            </a:pPr>
            <a:r>
              <a:t>Continuous improvement and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Reenu – Founder</a:t>
            </a:r>
          </a:p>
          <a:p>
            <a:pPr>
              <a:defRPr sz="2000"/>
            </a:pPr>
            <a:r>
              <a:t>Deepanshu Keshari – Co-Founder</a:t>
            </a:r>
          </a:p>
          <a:p>
            <a:pPr>
              <a:defRPr sz="2000"/>
            </a:pPr>
            <a:r>
              <a:t>Vicky Yadav – Backend Developer</a:t>
            </a:r>
          </a:p>
          <a:p>
            <a:pPr>
              <a:defRPr sz="2000"/>
            </a:pPr>
            <a:r>
              <a:t>Gaurav Siddharth – Full Stack Developer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Choose QUBNIX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Premium design and futuristic interfaces</a:t>
            </a:r>
          </a:p>
          <a:p>
            <a:pPr>
              <a:defRPr sz="2000"/>
            </a:pPr>
            <a:r>
              <a:t>Fast, SEO-friendly websites</a:t>
            </a:r>
          </a:p>
          <a:p>
            <a:pPr>
              <a:defRPr sz="2000"/>
            </a:pPr>
            <a:r>
              <a:t>Transparent communication</a:t>
            </a:r>
          </a:p>
          <a:p>
            <a:pPr>
              <a:defRPr sz="2000"/>
            </a:pPr>
            <a:r>
              <a:t>Focused on real business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