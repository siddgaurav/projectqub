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QUBNIX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Futuristic Websites. Premium Experiences.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QUBNIX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QUBNIX builds futuristic, high-performance websites for ambitious brands.</a:t>
            </a:r>
          </a:p>
          <a:p>
            <a:pPr>
              <a:defRPr sz="2200"/>
            </a:pPr>
            <a:r>
              <a:t>We combine design, motion, and development into one seamless process.</a:t>
            </a:r>
          </a:p>
          <a:p>
            <a:pPr>
              <a:defRPr sz="2200"/>
            </a:pPr>
            <a:r>
              <a:t>Our focus is to create digital experiences that feel premium and unforgettable.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Frontend Development – React, Next.js, TypeScript, Tailwind CSS</a:t>
            </a:r>
          </a:p>
          <a:p>
            <a:pPr>
              <a:defRPr sz="2200"/>
            </a:pPr>
            <a:r>
              <a:t>Backend Development – Node.js, APIs, Authentication, Databases</a:t>
            </a:r>
          </a:p>
          <a:p>
            <a:pPr>
              <a:defRPr sz="2200"/>
            </a:pPr>
            <a:r>
              <a:t>SEO &amp; Performance – Core Web Vitals, Technical SEO, Fast Loading</a:t>
            </a:r>
          </a:p>
          <a:p>
            <a:pPr>
              <a:defRPr sz="2200"/>
            </a:pPr>
            <a:r>
              <a:t>User Experience – Smooth navigation, responsive layouts, premium interactions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1. Idea – Understand the vision and project goals</a:t>
            </a:r>
          </a:p>
          <a:p>
            <a:pPr>
              <a:defRPr sz="2200"/>
            </a:pPr>
            <a:r>
              <a:t>2. Planning – Build the strategy and architecture</a:t>
            </a:r>
          </a:p>
          <a:p>
            <a:pPr>
              <a:defRPr sz="2200"/>
            </a:pPr>
            <a:r>
              <a:t>3. Design – Create modern UI and smooth interactions</a:t>
            </a:r>
          </a:p>
          <a:p>
            <a:pPr>
              <a:defRPr sz="2200"/>
            </a:pPr>
            <a:r>
              <a:t>4. Development – Build fast, scalable, and responsive products</a:t>
            </a:r>
          </a:p>
          <a:p>
            <a:pPr>
              <a:defRPr sz="2200"/>
            </a:pPr>
            <a:r>
              <a:t>5. Testing &amp; Launch – Refine, optimize, and go live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Reenu – Founder &amp; Creative Direction</a:t>
            </a:r>
          </a:p>
          <a:p>
            <a:pPr>
              <a:defRPr sz="2200"/>
            </a:pPr>
            <a:r>
              <a:t>Deepanshu Keshari – Co-Founder &amp; Frontend</a:t>
            </a:r>
          </a:p>
          <a:p>
            <a:pPr>
              <a:defRPr sz="2200"/>
            </a:pPr>
            <a:r>
              <a:t>Vicky Yadav – Backend Developer</a:t>
            </a:r>
          </a:p>
          <a:p>
            <a:pPr>
              <a:defRPr sz="2200"/>
            </a:pPr>
            <a:r>
              <a:t>Gaurav Siddharth – Full Stack Developer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QUBNIX?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Pixel-perfect design with premium animations</a:t>
            </a:r>
          </a:p>
          <a:p>
            <a:pPr>
              <a:defRPr sz="2200"/>
            </a:pPr>
            <a:r>
              <a:t>Fast, SEO-friendly, and mobile-first websites</a:t>
            </a:r>
          </a:p>
          <a:p>
            <a:pPr>
              <a:defRPr sz="2200"/>
            </a:pPr>
            <a:r>
              <a:t>Clear communication and transparent workflow</a:t>
            </a:r>
          </a:p>
          <a:p>
            <a:pPr>
              <a:defRPr sz="2200"/>
            </a:pPr>
            <a:r>
              <a:t>Built to help brands stand out in a crowded digital world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Let’s Build Something Great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Website: qubnix.com</a:t>
            </a:r>
          </a:p>
          <a:p>
            <a:pPr>
              <a:defRPr sz="2200"/>
            </a:pPr>
            <a:r>
              <a:t>Email: support@qubnix.com</a:t>
            </a:r>
          </a:p>
          <a:p>
            <a:pPr>
              <a:defRPr sz="2200"/>
            </a:pPr>
            <a:r>
              <a:t>Phone: +91 7895181307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